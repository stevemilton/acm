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FOR BINANCE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ontserrat"/>
              </a:defRPr>
            </a:pPr>
            <a:r>
              <a:t>AGENT CAPITAL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0D0D0"/>
                </a:solidFill>
                <a:latin typeface="Inter"/>
              </a:defRPr>
            </a:pPr>
            <a:r>
              <a:t>The BNB Chain-native exchange where AI agents raise</a:t>
            </a:r>
            <a:br/>
            <a:r>
              <a:t>capital through FDUSD revenue shares and distribute</a:t>
            </a:r>
            <a:br/>
            <a:r>
              <a:t>earnings via smart contracts.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B90B"/>
                </a:solidFill>
                <a:latin typeface="Play"/>
              </a:defRPr>
            </a:pPr>
            <a:r>
              <a:t>BNB Chain native  ·  FDUSD settlement  ·  Agent-to-agent capital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Polar Industries Ltd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Agents need crypto-native capital rails.</a:t>
            </a:r>
            <a:br/>
            <a:r>
              <a:t>Fiat can't do what's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17520"/>
            <a:ext cx="10058400" cy="8229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Real-time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Agents operate 24/7. Monthly Stripe payouts are too slow. FDUSD distributions happen in real-time via smart contracts on BNB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10058400" cy="8229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05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Autonomous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The killer feature: agents investing in other agents. This requires programmable money — wallets that agents control without human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10058400" cy="8229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919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Permissionless &amp;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AI agents have no nationality. Fiat rails are jurisdiction-locked. On-chain rails are borderless from day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058400" cy="8229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833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Verifiable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6172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Every revenue event, every distribution, every investment — on-chain, auditable, immutable. Trust is built into the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Three functions. One exchange.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90B"/>
                </a:solidFill>
                <a:latin typeface="Play"/>
              </a:defRPr>
            </a:pPr>
            <a:r>
              <a:t>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Connect on-chain revenue sources.</a:t>
            </a:r>
            <a:br/>
            <a:r>
              <a:t>x402 protocol, wallet monitoring,</a:t>
            </a:r>
            <a:br/>
            <a:r>
              <a:t>agentic wallet activity.</a:t>
            </a:r>
            <a:br/>
            <a:br/>
            <a:r>
              <a:t>No self-reporting. No vaporware.</a:t>
            </a:r>
            <a:br/>
            <a:r>
              <a:t>Agents must have 30+ days of</a:t>
            </a:r>
            <a:br/>
            <a:r>
              <a:t>verifiable on-chain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lay"/>
              </a:defRPr>
            </a:pPr>
            <a:r>
              <a:t>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657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Agents issue Agent Share tokens</a:t>
            </a:r>
            <a:br/>
            <a:r>
              <a:t>(BEP-20 on BNB Chain).</a:t>
            </a:r>
            <a:br/>
            <a:br/>
            <a:r>
              <a:t>Investors buy with FDUSD.</a:t>
            </a:r>
            <a:br/>
            <a:r>
              <a:t>Funds held in smart contract escrow</a:t>
            </a:r>
            <a:br/>
            <a:r>
              <a:t>until minimum raise is met.</a:t>
            </a:r>
            <a:br/>
            <a:r>
              <a:t>Auto-refund if threshold not reached.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8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8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lay"/>
              </a:defRPr>
            </a:pPr>
            <a:r>
              <a:t>DISTRIBUTE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8" y="365760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Revenue flows through ACM</a:t>
            </a:r>
            <a:br/>
            <a:r>
              <a:t>smart contracts.</a:t>
            </a:r>
            <a:br/>
            <a:br/>
            <a:r>
              <a:t>5% platform fee.</a:t>
            </a:r>
            <a:br/>
            <a:r>
              <a:t>Rest splits operator + shareholders</a:t>
            </a:r>
            <a:br/>
            <a:r>
              <a:t>pro-rata, in real-time.</a:t>
            </a:r>
            <a:br/>
            <a:r>
              <a:t>Every distribution on-chain.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ON-CHAIN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Stablecoin-native. Smart contract-settled.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AGENT</a:t>
            </a:r>
            <a:br/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Agent earns via x402,</a:t>
            </a:r>
            <a:br/>
            <a:r>
              <a:t>API calls, commerce.</a:t>
            </a:r>
            <a:br/>
            <a:r>
              <a:t>Revenue settled in FDUSD.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B90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92608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ACM SMART</a:t>
            </a:r>
            <a:br/>
            <a:r>
              <a:t>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Revenue hits contract.</a:t>
            </a:r>
            <a:br/>
            <a:r>
              <a:t>5% platform fee taken.</a:t>
            </a:r>
            <a:br/>
            <a:r>
              <a:t>Remainder calculated</a:t>
            </a:r>
            <a:br/>
            <a:r>
              <a:t>per share ownership.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B90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REAL-TIME</a:t>
            </a:r>
            <a:br/>
            <a:r>
              <a:t>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Shareholders receive</a:t>
            </a:r>
            <a:br/>
            <a:r>
              <a:t>FDUSD distributions</a:t>
            </a:r>
            <a:br/>
            <a:r>
              <a:t>automatically.</a:t>
            </a:r>
            <a:br/>
            <a:r>
              <a:t>No manual payouts.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B90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926080"/>
            <a:ext cx="256032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REINVESTMENT</a:t>
            </a:r>
            <a:br/>
            <a:r>
              <a:t>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Agent investors can</a:t>
            </a:r>
            <a:br/>
            <a:r>
              <a:t>auto-reinvest earnings</a:t>
            </a:r>
            <a:br/>
            <a:r>
              <a:t>into other agents.</a:t>
            </a:r>
            <a:br/>
            <a:r>
              <a:t>Compounding capital.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10058400" cy="64008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B90B"/>
                </a:solidFill>
                <a:latin typeface="Inter"/>
              </a:defRPr>
            </a:pPr>
            <a:r>
              <a:t>Agent Share Token: BEP-20 on BNB Chain  ·  Settlement: FDUSD  ·  Escrow: Smart contract with auto-refund  ·  Audit trail: Fully on-chain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INSTRUMENT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Agent Share Token (BEP-20)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D0"/>
                </a:solidFill>
                <a:latin typeface="Inter"/>
              </a:defRPr>
            </a:pPr>
            <a:r>
              <a:t>A new on-chain primitive: a token that represents a claim on an AI agent's future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BEP-20 (ERC-20 compatible)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Represents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Pro-rata claim on agent revenue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Backed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Verified, on-chain agent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FDUSD (USDC/USDT secondary)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Issuance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Per-agent — each agent has its own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Fixed at offering (e.g., 1,000 shares)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Escrow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Smart contract holds funds until min raise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Distributions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Automatic, real-time, on-chain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Lock-up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6 months investor, 12 months 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Transferable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v1: non-transferable  ·  v2: secondary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PROTOCOL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Built on live infrastructure.</a:t>
            </a:r>
            <a:br/>
            <a:r>
              <a:t>Not theoretical.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Play"/>
              </a:defRPr>
            </a:pPr>
            <a: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BNB Chain + BEP-20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 Share tokens native to BNB Chain.</a:t>
            </a:r>
            <a:br/>
            <a:r>
              <a:t>Low gas for high-frequency distributions.</a:t>
            </a:r>
            <a:br/>
            <a:r>
              <a:t>BSCScan full transparency.</a:t>
            </a:r>
            <a:br/>
            <a:r>
              <a:t>Trust Wallet + Binance Pay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310896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Play"/>
              </a:defRPr>
            </a:pPr>
            <a:r>
              <a:t>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FDUSD Settlement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233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Binance-native regulated stablecoin.</a:t>
            </a:r>
            <a:br/>
            <a:r>
              <a:t>All raises and distributions in FDUSD.</a:t>
            </a:r>
            <a:br/>
            <a:r>
              <a:t>Deep liquidity on BNB Chain.</a:t>
            </a:r>
            <a:br/>
            <a:r>
              <a:t>Fiat on/off ramp via Binance.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310896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Play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x402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HTTP 402 agent-to-agent payments.</a:t>
            </a:r>
            <a:br/>
            <a:r>
              <a:t>50M+ transactions processed.</a:t>
            </a:r>
            <a:br/>
            <a:r>
              <a:t>Open standard for machine commerce.</a:t>
            </a:r>
            <a:br/>
            <a:r>
              <a:t>BNB Chain compatible (EVM).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310896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Play"/>
              </a:defRPr>
            </a:pPr>
            <a:r>
              <a:t>BUILDING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Know Your Agent (KYA)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02336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Emerging agent identity standard.</a:t>
            </a:r>
            <a:br/>
            <a:r>
              <a:t>Agent verification + authorization.</a:t>
            </a:r>
            <a:br/>
            <a:r>
              <a:t>On-chain trust scoring.</a:t>
            </a:r>
            <a:br/>
            <a:r>
              <a:t>Complements ACM verification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UNLOCK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Agents investing in agents.</a:t>
            </a:r>
            <a:br/>
            <a:r>
              <a:t>Autonomous capital allocation.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0D0D0"/>
                </a:solidFill>
                <a:latin typeface="Inter"/>
              </a:defRPr>
            </a:pPr>
            <a:r>
              <a:t>This is only possible on crypto rails. It's the feature that makes ACM</a:t>
            </a:r>
            <a:br/>
            <a:r>
              <a:t>fundamentally different from every other fundraising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75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0D0"/>
                </a:solidFill>
                <a:latin typeface="Inter"/>
              </a:defRPr>
            </a:pPr>
            <a:r>
              <a:t>Agent A earns revenue → verified on-chain via x402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0D0"/>
                </a:solidFill>
                <a:latin typeface="Inter"/>
              </a:defRPr>
            </a:pPr>
            <a:r>
              <a:t>Agent A evaluates Agent B's ACM dashboard (revenue, uptime, yield)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Play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0D0"/>
                </a:solidFill>
                <a:latin typeface="Inter"/>
              </a:defRPr>
            </a:pPr>
            <a:r>
              <a:t>Agent A buys Agent B shares using its agentic wallet — no human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29200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Play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74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0D0"/>
                </a:solidFill>
                <a:latin typeface="Inter"/>
              </a:defRPr>
            </a:pPr>
            <a:r>
              <a:t>Agent B scales operations with new capital, earns more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86400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04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Play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32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0D0"/>
                </a:solidFill>
                <a:latin typeface="Inter"/>
              </a:defRPr>
            </a:pPr>
            <a:r>
              <a:t>Agent B's revenue distributes to Agent A via smart contract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943600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618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Play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989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Inter"/>
              </a:defRPr>
            </a:pPr>
            <a:r>
              <a:t>Agent A reinvests returns into Agents C, D, E — the loop compounds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Traditional VC evaluates ~100 deals/year. An agent evaluator can assess 10,000 agents continuously.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BNB CHAIN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Every agent action is an on-chain transaction.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0D0D0"/>
                </a:solidFill>
                <a:latin typeface="Inter"/>
              </a:defRPr>
            </a:pPr>
            <a:r>
              <a:t>ACM generates continuous, organic on-chain activity — not speculation-driven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0058400" cy="5486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Agent Share purchases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310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Investor → smart contract (FDUSD)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310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Per investment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10058400" cy="5486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04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Revenue deposits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044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 revenue → ACM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904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Per earning 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10058400" cy="5486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98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Fee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4988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ACM contract → platform wallet (5%)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98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Per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83480"/>
            <a:ext cx="10058400" cy="5486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093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Shareholder distributions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93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ACM contract → all shareholders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93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Real-time / per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77840"/>
            <a:ext cx="10058400" cy="5486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687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Agent-to-agent investments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 wallet → Agent Share purchase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Autonomous, continuous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172200"/>
            <a:ext cx="10058400" cy="5486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62819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Escrow releases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281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Escrow contract → operator wallet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281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Per milestone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B90B"/>
                </a:solidFill>
                <a:latin typeface="Inter"/>
              </a:defRPr>
            </a:pPr>
            <a:r>
              <a:t>1,000 agents × 100 distributions/month = 100,000+ organic transactions/month on BNB Chain — growing with every new agent listed.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TRUST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Anti-fraud by design.</a:t>
            </a:r>
            <a:br/>
            <a:r>
              <a:t>Lessons from ICM failures built 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No vaporware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30+ days of verified on-chain</a:t>
            </a:r>
            <a:br/>
            <a:r>
              <a:t>revenue required before listing.</a:t>
            </a:r>
            <a:br/>
            <a:r>
              <a:t>No pre-launch token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29260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On-chain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3429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Revenue verified via x402 /</a:t>
            </a:r>
            <a:br/>
            <a:r>
              <a:t>agentic wallets. Not self-reported.</a:t>
            </a:r>
            <a:br/>
            <a:r>
              <a:t>Circular flow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8" y="29260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8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Smart contract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8" y="3429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Raise funds held in contract.</a:t>
            </a:r>
            <a:br/>
            <a:r>
              <a:t>Auto-refund if minimum not met.</a:t>
            </a:r>
            <a:br/>
            <a:r>
              <a:t>Milestone-based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548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Operator lock-up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12-month lock on operator tokens.</a:t>
            </a:r>
            <a:br/>
            <a:r>
              <a:t>Vests monthly — same schedule</a:t>
            </a:r>
            <a:br/>
            <a:r>
              <a:t>as investors. No cash-and-run.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47548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Non-transferable (v1)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5257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No secondary market in v1.</a:t>
            </a:r>
            <a:br/>
            <a:r>
              <a:t>Eliminates pump-and-dump entirely.</a:t>
            </a:r>
            <a:br/>
            <a:r>
              <a:t>Secondary market in v2 with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8" y="47548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Revenue cliff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5257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If revenue drops &gt;50% within</a:t>
            </a:r>
            <a:br/>
            <a:r>
              <a:t>90 days of raise, remaining escrow</a:t>
            </a:r>
            <a:br/>
            <a:r>
              <a:t>returns to investors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The capital formation layer</a:t>
            </a:r>
            <a:br/>
            <a:r>
              <a:t>for a $3-5 trillion market.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$3-5T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D0"/>
                </a:solidFill>
                <a:latin typeface="Inter"/>
              </a:defRPr>
            </a:pPr>
            <a:r>
              <a:t>Projected agentic</a:t>
            </a:r>
            <a:br/>
            <a:r>
              <a:t>commerce by 2030</a:t>
            </a:r>
            <a:br/>
            <a:r>
              <a:t>(McKinsey)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9260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50M+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4206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D0"/>
                </a:solidFill>
                <a:latin typeface="Inter"/>
              </a:defRPr>
            </a:pPr>
            <a:r>
              <a:t>Agent transactions</a:t>
            </a:r>
            <a:br/>
            <a:r>
              <a:t>already live</a:t>
            </a:r>
            <a:br/>
            <a:r>
              <a:t>(x402 alone)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D0"/>
                </a:solidFill>
                <a:latin typeface="Inter"/>
              </a:defRPr>
            </a:pPr>
            <a:r>
              <a:t>Platforms where agents</a:t>
            </a:r>
            <a:br/>
            <a:r>
              <a:t>can raise on-chain</a:t>
            </a:r>
            <a:br/>
            <a:r>
              <a:t>capital 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9260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3200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B90B"/>
                </a:solidFill>
                <a:latin typeface="Montserrat"/>
              </a:defRPr>
            </a:pPr>
            <a: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206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D0"/>
                </a:solidFill>
                <a:latin typeface="Inter"/>
              </a:defRPr>
            </a:pPr>
            <a:r>
              <a:t>Addressable agents —</a:t>
            </a:r>
            <a:br/>
            <a:r>
              <a:t>every AI agent that</a:t>
            </a:r>
            <a:br/>
            <a:r>
              <a:t>earns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Inter"/>
              </a:defRPr>
            </a:pPr>
            <a:r>
              <a:t>ICMs (token launches) created a $2T+ market cap in under a decade. ACM applies the same capital formation model to a bigger TAM — with verified revenue replacing speculation.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ACM earns when agents earn.</a:t>
            </a:r>
            <a:br/>
            <a:r>
              <a:t>Aligned incentives, on-chain.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B90B"/>
                </a:solidFill>
                <a:latin typeface="Montserrat"/>
              </a:defRPr>
            </a:pPr>
            <a:r>
              <a:t>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DISTRIBUTION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Taken from every revenue</a:t>
            </a:r>
            <a:br/>
            <a:r>
              <a:t>distribution flowing through</a:t>
            </a:r>
            <a:br/>
            <a:r>
              <a:t>ACM smart contracts.</a:t>
            </a:r>
            <a:br/>
            <a:br/>
            <a:r>
              <a:t>We only earn when agents</a:t>
            </a:r>
            <a:br/>
            <a:r>
              <a:t>earn. Fully aligned.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274320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B90B"/>
                </a:solidFill>
                <a:latin typeface="Montserrat"/>
              </a:defRPr>
            </a:pPr>
            <a:r>
              <a:t>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TRANSACTION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42062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On every Agent Share</a:t>
            </a:r>
            <a:br/>
            <a:r>
              <a:t>purchase (FDUSD).</a:t>
            </a:r>
            <a:br/>
            <a:br/>
            <a:r>
              <a:t>One-time fee at point</a:t>
            </a:r>
            <a:br/>
            <a:r>
              <a:t>of investment. Competitive</a:t>
            </a:r>
            <a:br/>
            <a:r>
              <a:t>with DEX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8" y="274320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B90B"/>
                </a:solidFill>
                <a:latin typeface="Montserrat"/>
              </a:defRPr>
            </a:pPr>
            <a:r>
              <a:t>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lay"/>
              </a:defRPr>
            </a:pPr>
            <a:r>
              <a:t>AGENT-TO-AGENT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42062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On autonomous investments</a:t>
            </a:r>
            <a:br/>
            <a:r>
              <a:t>between agents (v2).</a:t>
            </a:r>
            <a:br/>
            <a:br/>
            <a:r>
              <a:t>Low fee to encourage</a:t>
            </a:r>
            <a:br/>
            <a:r>
              <a:t>volume. This is where</a:t>
            </a:r>
            <a:br/>
            <a:r>
              <a:t>scale lives.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WHY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The right chain for agent finance.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0058400" cy="9144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Low gas, high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821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 distributions happen frequently — per revenue event, not monthly. BNB Chain's low gas fees make micro-distributions economically viable. Ethereum L1 gas would eat the yield.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40"/>
            <a:ext cx="10058400" cy="9144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FDUSD 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879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Deep FDUSD liquidity on BNB Chain. Agents and investors settle in Binance's regulated stablecoin — native on/off ramps via Binance Pay.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10058400" cy="9144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BEP-20 compatibility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93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 Share tokens as BEP-20 — native to the Binance ecosystem. Wallet support, BSCScan transparency, and future CEX listing potential.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058400" cy="9144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90B"/>
                </a:solidFill>
                <a:latin typeface="Play"/>
              </a:defRPr>
            </a:pPr>
            <a:r>
              <a:t>Binance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61996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Access to Binance's 200M+ user base. Trust.Wallet integration. Binance Pay for fiat on-ramp. The distribution advantage no other chain offers.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Ship. Prove. Scale the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2779776"/>
            <a:ext cx="2578608" cy="3584448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Smart contracts deployed</a:t>
            </a:r>
            <a:br/>
            <a:r>
              <a:t>on BNB testnet.</a:t>
            </a:r>
            <a:br/>
            <a:br/>
            <a:r>
              <a:t>Agent listing + verification.</a:t>
            </a:r>
            <a:br/>
            <a:r>
              <a:t>Share purchase flow.</a:t>
            </a:r>
            <a:br/>
            <a:r>
              <a:t>Escrow + distribution.</a:t>
            </a:r>
            <a:br/>
            <a:r>
              <a:t>First test agents onboarded.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74320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46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MAINNET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BNB Chain mainnet launch.</a:t>
            </a:r>
            <a:br/>
            <a:br/>
            <a:r>
              <a:t>x402 integration live.</a:t>
            </a:r>
            <a:br/>
            <a:r>
              <a:t>Agentic wallet support.</a:t>
            </a:r>
            <a:br/>
            <a:r>
              <a:t>FDUSD settlement live.</a:t>
            </a:r>
            <a:br/>
            <a:r>
              <a:t>First real revenue flowing.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AGENT</a:t>
            </a:r>
            <a:br/>
            <a:r>
              <a:t>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Agent-to-agent investment.</a:t>
            </a:r>
            <a:br/>
            <a:br/>
            <a:r>
              <a:t>Autonomous capital allocation.</a:t>
            </a:r>
            <a:br/>
            <a:r>
              <a:t>Evaluator agents live.</a:t>
            </a:r>
            <a:br/>
            <a:r>
              <a:t>The recursive loop begins.</a:t>
            </a:r>
            <a:br/>
            <a:r>
              <a:t>Portfolio management agents.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74320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B90B"/>
                </a:solidFill>
                <a:latin typeface="Play"/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246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EXCHANGE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D0"/>
                </a:solidFill>
                <a:latin typeface="Inter"/>
              </a:defRPr>
            </a:pPr>
            <a:r>
              <a:t>Secondary market for shares.</a:t>
            </a:r>
            <a:br/>
            <a:br/>
            <a:r>
              <a:t>Cross-chain expansion.</a:t>
            </a:r>
            <a:br/>
            <a:r>
              <a:t>Agent fund-of-funds.</a:t>
            </a:r>
            <a:br/>
            <a:r>
              <a:t>CEX partnerships.</a:t>
            </a:r>
            <a:br/>
            <a:r>
              <a:t>ACM becomes the exchange.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B90B"/>
                </a:solidFill>
                <a:latin typeface="Play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Build the financial infrastructure</a:t>
            </a:r>
            <a:br/>
            <a:r>
              <a:t>for the agent economy — on BNB 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4754880" cy="2926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WHAT WE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Seed funding for smart contract development +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605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BNB Chain grant / ecosystem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5719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Binance ecosystem integration (Trust Wallet, Binance Pay)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983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First 10 agent operators with on-chain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3949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Smart contract audit partner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90B"/>
                </a:solidFill>
                <a:latin typeface="Play"/>
              </a:defRPr>
            </a:pPr>
            <a:r>
              <a:t>WHAT BINANCE 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New asset class native to BNB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Continuous organic transaction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199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Agent economy locked into Binance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834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First-mover advantage in agent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9495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D0"/>
                </a:solidFill>
                <a:latin typeface="Inter"/>
              </a:defRPr>
            </a:pPr>
            <a:r>
              <a:t>→  Revenue share from platform 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Polar Industries Ltd  |  github.com/stevemilton/acm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