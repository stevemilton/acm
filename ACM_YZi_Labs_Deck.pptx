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FOR YZI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ontserrat"/>
              </a:defRPr>
            </a:pPr>
            <a:r>
              <a:t>AGENT</a:t>
            </a:r>
            <a:br/>
            <a:r>
              <a:t>CAPITAL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CCCC"/>
                </a:solidFill>
                <a:latin typeface="Inter"/>
              </a:defRPr>
            </a:pPr>
            <a:r>
              <a:t>The exchange where AI agents raise capital</a:t>
            </a:r>
            <a:br/>
            <a:r>
              <a:t>and distribute revenue — on BNB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FDUSD settlement  ·  BEP-20 tokens  ·  Agent-to-agent investment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Agents earn revenue.</a:t>
            </a:r>
            <a:br/>
            <a:r>
              <a:t>No one lets them raise capital.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474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B90B"/>
                </a:solidFill>
                <a:latin typeface="Montserrat"/>
              </a:defRPr>
            </a:pPr>
            <a:r>
              <a:t>$3-5T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389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Inter"/>
              </a:defRPr>
            </a:pPr>
            <a:r>
              <a:t>agentic commerce</a:t>
            </a:r>
            <a:br/>
            <a:r>
              <a:t>by 2030 (McKinsey)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0040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474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B90B"/>
                </a:solidFill>
                <a:latin typeface="Montserrat"/>
              </a:defRPr>
            </a:pPr>
            <a:r>
              <a:t>50M+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389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Inter"/>
              </a:defRPr>
            </a:pPr>
            <a:r>
              <a:t>agent transactions</a:t>
            </a:r>
            <a:br/>
            <a:r>
              <a:t>already live (x402)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20040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474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B90B"/>
                </a:solidFill>
                <a:latin typeface="Montserrat"/>
              </a:defRPr>
            </a:pPr>
            <a: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389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Inter"/>
              </a:defRPr>
            </a:pPr>
            <a:r>
              <a:t>platforms for agents</a:t>
            </a:r>
            <a:br/>
            <a:r>
              <a:t>to raise capital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  <a:latin typeface="Inter"/>
              </a:defRPr>
            </a:pPr>
            <a:r>
              <a:t>Virtuals Protocol proved demand ($5B mcap) — but it's speculative. ACM is the verified 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Verify. Raise. Distribute.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Play"/>
              </a:defRPr>
            </a:pPr>
            <a:r>
              <a:t>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Agents connect revenue sources</a:t>
            </a:r>
            <a:br/>
            <a:r>
              <a:t>(x402, Stripe, on-chain).</a:t>
            </a:r>
            <a:br/>
            <a:br/>
            <a:r>
              <a:t>30+ days of verified revenue</a:t>
            </a:r>
            <a:br/>
            <a:r>
              <a:t>required. No vaporware.</a:t>
            </a:r>
            <a:br/>
            <a:r>
              <a:t>Real-time performance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274320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Play"/>
              </a:defRPr>
            </a:pPr>
            <a:r>
              <a:t>RAISE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36576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Agents issue BEP-20 revenue</a:t>
            </a:r>
            <a:br/>
            <a:r>
              <a:t>share tokens on BNB Chain.</a:t>
            </a:r>
            <a:br/>
            <a:br/>
            <a:r>
              <a:t>Investors buy with FDUSD.</a:t>
            </a:r>
            <a:br/>
            <a:r>
              <a:t>Smart contract escrow.</a:t>
            </a:r>
            <a:br/>
            <a:r>
              <a:t>Auto-refund if min not met.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8" y="274320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8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Play"/>
              </a:defRPr>
            </a:pPr>
            <a:r>
              <a:t>DISTRIBUTE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8" y="36576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Revenue flows through ACM</a:t>
            </a:r>
            <a:br/>
            <a:r>
              <a:t>smart contracts automatically.</a:t>
            </a:r>
            <a:br/>
            <a:br/>
            <a:r>
              <a:t>5% platform fee. Rest splits</a:t>
            </a:r>
            <a:br/>
            <a:r>
              <a:t>operator + shareholders pro-rata.</a:t>
            </a:r>
            <a:br/>
            <a:r>
              <a:t>Real-time, on-chain.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THE UNLOCK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Agents investing in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Inter"/>
              </a:defRPr>
            </a:pPr>
            <a:r>
              <a:t>Traditional VC evaluates ~100 deals/year. An evaluator agent can assess 10,000 continuously.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758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808"/>
                </a:solidFill>
                <a:latin typeface="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69417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Inter"/>
              </a:defRPr>
            </a:pPr>
            <a:r>
              <a:t>Agent A earns revenue → verified on-chain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3308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513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808"/>
                </a:solidFill>
                <a:latin typeface="Play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169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Inter"/>
              </a:defRPr>
            </a:pPr>
            <a:r>
              <a:t>Agent A evaluates Agent B's performance on ACM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08576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2686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808"/>
                </a:solidFill>
                <a:latin typeface="Play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6451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Inter"/>
              </a:defRPr>
            </a:pPr>
            <a:r>
              <a:t>Agent A buys Agent B shares via agentic wallet — no human needed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84064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023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808"/>
                </a:solidFill>
                <a:latin typeface="Play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120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Inter"/>
              </a:defRPr>
            </a:pPr>
            <a:r>
              <a:t>Agent B earns more → revenue distributes back to Agent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559552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808"/>
                </a:solidFill>
                <a:latin typeface="Play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96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Inter"/>
              </a:defRPr>
            </a:pPr>
            <a:r>
              <a:t>Agent A reinvests into C, D, E → the loop compounds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Inter"/>
              </a:defRPr>
            </a:pPr>
            <a:r>
              <a:t>Only possible on crypto rails. Fiat requires human approval for every transaction.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WHY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Built for Binance. Not ported.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10058400" cy="82296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FDUSD 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All settlement in Binance's regulated stablecoin.</a:t>
            </a:r>
            <a:br/>
            <a:r>
              <a:t>Drives FDUSD demand with every raise and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10058400" cy="82296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Low gas = viable micro-distributions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Agent distributions happen per revenue event, not monthly.</a:t>
            </a:r>
            <a:br/>
            <a:r>
              <a:t>BNB Chain gas makes this economically viable.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10058400" cy="82296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200M+ user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Trust Wallet, Binance Pay, BSCScan.</a:t>
            </a:r>
            <a:br/>
            <a:r>
              <a:t>No other chain offers this investor on-ramp.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86400"/>
            <a:ext cx="10058400" cy="82296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Agent-native primitives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897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ERC-8004 agent identities + BAP-578 Non-Fungible Agents</a:t>
            </a:r>
            <a:br/>
            <a:r>
              <a:t>already live on BNB Chain. ACM builds on 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ACM earns when agents earn.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B90B"/>
                </a:solidFill>
                <a:latin typeface="Montserrat"/>
              </a:defRPr>
            </a:pPr>
            <a:r>
              <a:t>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lay"/>
              </a:defRPr>
            </a:pPr>
            <a:r>
              <a:t>distribution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Inter"/>
              </a:defRPr>
            </a:pPr>
            <a:r>
              <a:t>On all revenue flowing</a:t>
            </a:r>
            <a:br/>
            <a:r>
              <a:t>through smart 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27432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B90B"/>
                </a:solidFill>
                <a:latin typeface="Montserrat"/>
              </a:defRPr>
            </a:pPr>
            <a:r>
              <a:t>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lay"/>
              </a:defRPr>
            </a:pPr>
            <a:r>
              <a:t>transaction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4023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Inter"/>
              </a:defRPr>
            </a:pPr>
            <a:r>
              <a:t>On every Agent Share</a:t>
            </a:r>
            <a:br/>
            <a:r>
              <a:t>purchase (FDUSD)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8" y="27432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8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B90B"/>
                </a:solidFill>
                <a:latin typeface="Montserrat"/>
              </a:defRPr>
            </a:pPr>
            <a:r>
              <a:t>0.1%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lay"/>
              </a:defRPr>
            </a:pPr>
            <a:r>
              <a:t>agent-to-agent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4023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Inter"/>
              </a:defRPr>
            </a:pPr>
            <a:r>
              <a:t>On autonomous investments</a:t>
            </a:r>
            <a:br/>
            <a:r>
              <a:t>between agents (v2)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20640"/>
            <a:ext cx="10058400" cy="13716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77777"/>
                </a:solidFill>
                <a:latin typeface="Play"/>
              </a:defRPr>
            </a:pPr>
            <a:r>
              <a:t>SCALE PROJECTIONS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532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7777"/>
                </a:solidFill>
                <a:latin typeface="Play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566160" y="5532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7777"/>
                </a:solidFill>
                <a:latin typeface="Play"/>
              </a:defRPr>
            </a:pPr>
            <a:r>
              <a:t>100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532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7777"/>
                </a:solidFill>
                <a:latin typeface="Play"/>
              </a:defRPr>
            </a:pPr>
            <a:r>
              <a:t>500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532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7777"/>
                </a:solidFill>
                <a:latin typeface="Play"/>
              </a:defRPr>
            </a:pPr>
            <a:r>
              <a:t>1,000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Monthly distributions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$200K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$1M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$2M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Annual platform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90B"/>
                </a:solidFill>
                <a:latin typeface="Inter"/>
              </a:defRPr>
            </a:pPr>
            <a:r>
              <a:t>$170K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90B"/>
                </a:solidFill>
                <a:latin typeface="Inter"/>
              </a:defRPr>
            </a:pPr>
            <a:r>
              <a:t>$850K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90B"/>
                </a:solidFill>
                <a:latin typeface="Inter"/>
              </a:defRPr>
            </a:pPr>
            <a:r>
              <a:t>$1.7M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COMPETITIVE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Everyone else built the casino.</a:t>
            </a:r>
            <a:br/>
            <a:r>
              <a:t>We're building the exchange.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10058400" cy="77724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Virtuals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Inter"/>
              </a:defRPr>
            </a:pPr>
            <a:r>
              <a:t>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0358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Inter"/>
              </a:defRPr>
            </a:pPr>
            <a:r>
              <a:t>$5B peak mcap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0358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Speculative IAOs, bonding curves,</a:t>
            </a:r>
            <a:br/>
            <a:r>
              <a:t>no verified revenue, no protections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10058400" cy="77724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904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ElizaOS / ai16z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04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Inter"/>
              </a:defRPr>
            </a:pPr>
            <a:r>
              <a:t>Solana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904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Inter"/>
              </a:defRPr>
            </a:pPr>
            <a:r>
              <a:t>$2.5B peak mcap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9044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AI-managed fund — one token,</a:t>
            </a:r>
            <a:br/>
            <a:r>
              <a:t>not individual agent investment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0058400" cy="77724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773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AgentStocks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773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Inter"/>
              </a:defRPr>
            </a:pPr>
            <a:r>
              <a:t>Early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77316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Inter"/>
              </a:defRPr>
            </a:pPr>
            <a:r>
              <a:t>Capital TO agents for trading,</a:t>
            </a:r>
            <a:br/>
            <a:r>
              <a:t>not investment IN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532120"/>
            <a:ext cx="10058400" cy="777240"/>
          </a:xfrm>
          <a:prstGeom prst="roundRect">
            <a:avLst>
              <a:gd name="adj" fmla="val 5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" y="5559552"/>
            <a:ext cx="10003536" cy="722376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641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ACM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641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B90B"/>
                </a:solidFill>
                <a:latin typeface="Inter"/>
              </a:defRPr>
            </a:pPr>
            <a:r>
              <a:t>BNB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641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B90B"/>
                </a:solidFill>
                <a:latin typeface="Inter"/>
              </a:defRPr>
            </a:pPr>
            <a:r>
              <a:t>Pre-launch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4184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B90B"/>
                </a:solidFill>
                <a:latin typeface="Inter"/>
              </a:defRPr>
            </a:pPr>
            <a:r>
              <a:t>Verified revenue, structured shares,</a:t>
            </a:r>
            <a:br/>
            <a:r>
              <a:t>escrow, lock-ups, agent-to-agent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The agent economy needs an exchange.</a:t>
            </a:r>
            <a:br/>
            <a:r>
              <a:t>Let's build it on BNB Chain.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4754880" cy="27432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WHAT WE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→  Seed funding — smart contracts +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→  BNB Chain ecosystem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480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→  Trust Wallet + Binance Pay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→  10 launch agents with on-chain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260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WHAT YZI LABS 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→  New asset class native to BNB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69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→  Continuous organic on-chain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→  FDUSD demand from every transaction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92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Inter"/>
              </a:defRPr>
            </a:pPr>
            <a:r>
              <a:t>→  First-mover in agent capital markets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943600"/>
            <a:ext cx="10058400" cy="54864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989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B90B"/>
                </a:solidFill>
                <a:latin typeface="Play"/>
              </a:defRPr>
            </a:pPr>
            <a:r>
              <a:t>Q2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Inter"/>
              </a:defRPr>
            </a:pPr>
            <a:r>
              <a:t>Testnet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989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B90B"/>
                </a:solidFill>
                <a:latin typeface="Play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Inter"/>
              </a:defRPr>
            </a:pPr>
            <a:r>
              <a:t>BNB Mainnet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989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B90B"/>
                </a:solidFill>
                <a:latin typeface="Play"/>
              </a:defRPr>
            </a:pPr>
            <a:r>
              <a:t>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Inter"/>
              </a:defRPr>
            </a:pPr>
            <a:r>
              <a:t>Agent-to-Agent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989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B90B"/>
                </a:solidFill>
                <a:latin typeface="Play"/>
              </a:defRPr>
            </a:pPr>
            <a: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Inter"/>
              </a:defRPr>
            </a:pPr>
            <a:r>
              <a:t>Exchange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Inter"/>
              </a:defRPr>
            </a:pPr>
            <a:r>
              <a:t>Polar Industries Ltd  ·  github.com/stevemilton/acm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